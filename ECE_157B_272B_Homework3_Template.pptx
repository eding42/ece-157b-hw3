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12"/>
  </p:notesMasterIdLst>
  <p:handoutMasterIdLst>
    <p:handoutMasterId r:id="rId13"/>
  </p:handoutMasterIdLst>
  <p:sldIdLst>
    <p:sldId id="256" r:id="rId5"/>
    <p:sldId id="271" r:id="rId6"/>
    <p:sldId id="272" r:id="rId7"/>
    <p:sldId id="273" r:id="rId8"/>
    <p:sldId id="274" r:id="rId9"/>
    <p:sldId id="275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241" autoAdjust="0"/>
  </p:normalViewPr>
  <p:slideViewPr>
    <p:cSldViewPr snapToGrid="0">
      <p:cViewPr varScale="1">
        <p:scale>
          <a:sx n="107" d="100"/>
          <a:sy n="107" d="100"/>
        </p:scale>
        <p:origin x="84" y="21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680FBE-A8DF-4758-9AC4-3A9E1039168F}" type="datetimeFigureOut">
              <a:rPr lang="en-US" smtClean="0"/>
              <a:t>2/21/2023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79768-A2FC-4D08-91F6-8DCE6C566B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2/21/2023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2/21/2023</a:t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2/21/2023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anchor="ctr" anchorCtr="0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ECE 157B/272B Homework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+mj-lt"/>
              </a:rPr>
              <a:t>YOUR NAME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Stable Diffusion - Text-to-Image Generation – without </a:t>
            </a:r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Promptist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288474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4920344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328562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288474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4808518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328562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1514104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5172694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8580912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1514104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5172694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8580912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Stable Diffusion - Text-to-Image Generation – with </a:t>
            </a:r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Promptist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128157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4760027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168245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128157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4648201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168245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1353787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5012377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8420595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1353787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5012377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8420595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</p:spTree>
    <p:extLst>
      <p:ext uri="{BB962C8B-B14F-4D97-AF65-F5344CB8AC3E}">
        <p14:creationId xmlns:p14="http://schemas.microsoft.com/office/powerpoint/2010/main" val="2468330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Adding a Person to the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5A2273-5958-98CF-E784-F864845AD8B8}"/>
              </a:ext>
            </a:extLst>
          </p:cNvPr>
          <p:cNvSpPr txBox="1"/>
          <p:nvPr/>
        </p:nvSpPr>
        <p:spPr>
          <a:xfrm>
            <a:off x="1015340" y="1644732"/>
            <a:ext cx="852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Screenshots of the folder containing the training images of the person you choose</a:t>
            </a:r>
          </a:p>
        </p:txBody>
      </p:sp>
    </p:spTree>
    <p:extLst>
      <p:ext uri="{BB962C8B-B14F-4D97-AF65-F5344CB8AC3E}">
        <p14:creationId xmlns:p14="http://schemas.microsoft.com/office/powerpoint/2010/main" val="261169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Adding a Person to the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5A2273-5958-98CF-E784-F864845AD8B8}"/>
              </a:ext>
            </a:extLst>
          </p:cNvPr>
          <p:cNvSpPr txBox="1"/>
          <p:nvPr/>
        </p:nvSpPr>
        <p:spPr>
          <a:xfrm>
            <a:off x="760020" y="1591293"/>
            <a:ext cx="6219075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Your training parameters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num_class_images</a:t>
            </a:r>
            <a:r>
              <a:rPr lang="en-US" dirty="0"/>
              <a:t>: ####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max_training_steps</a:t>
            </a:r>
            <a:r>
              <a:rPr lang="en-US" dirty="0"/>
              <a:t>: ###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learning_rate</a:t>
            </a:r>
            <a:r>
              <a:rPr lang="en-US" dirty="0"/>
              <a:t>: #.######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dirty="0"/>
              <a:t>The checkpoint number that gave you the best model: ###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dirty="0"/>
              <a:t>Inference parameters: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scheduler_name</a:t>
            </a:r>
            <a:r>
              <a:rPr lang="en-US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num_inference_steps</a:t>
            </a:r>
            <a:r>
              <a:rPr lang="en-US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guidance_scale</a:t>
            </a:r>
            <a:r>
              <a:rPr lang="en-US" dirty="0"/>
              <a:t>: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1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537854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5113811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577942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537854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5113811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577942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1713016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5288973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8753104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1713016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5288973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8753104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4D0B43-7FC6-99A7-B6D1-16AF7824D1EF}"/>
              </a:ext>
            </a:extLst>
          </p:cNvPr>
          <p:cNvSpPr txBox="1"/>
          <p:nvPr/>
        </p:nvSpPr>
        <p:spPr>
          <a:xfrm>
            <a:off x="613560" y="1285753"/>
            <a:ext cx="1133895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12 images of the person you trained on in various contexts (e.g. different hair color, outfit, background, art style, etc...) along with their respective prompts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6942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537854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5113811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577942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537854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5113811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577942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1713016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5288973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8753104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1713016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5288973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8753104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4D0B43-7FC6-99A7-B6D1-16AF7824D1EF}"/>
              </a:ext>
            </a:extLst>
          </p:cNvPr>
          <p:cNvSpPr txBox="1"/>
          <p:nvPr/>
        </p:nvSpPr>
        <p:spPr>
          <a:xfrm>
            <a:off x="613560" y="1285753"/>
            <a:ext cx="1133895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12 images of the person you trained on in various contexts (e.g. different hair color, outfit, background, art style, etc...) along with their respective prompts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824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0001108_Welcome to Powerpoint 2016_CLR_v2" id="{CAB9082A-965C-42BE-8170-C940D3319B60}" vid="{82B84162-888A-4FD2-BEC9-B29B6DB2C7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0072C5-DDE0-4258-BA7A-4D4B80DFA632}">
  <ds:schemaRefs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71af3243-3dd4-4a8d-8c0d-dd76da1f02a5"/>
    <ds:schemaRef ds:uri="http://www.w3.org/XML/1998/namespace"/>
    <ds:schemaRef ds:uri="http://purl.org/dc/elements/1.1/"/>
    <ds:schemaRef ds:uri="http://schemas.openxmlformats.org/package/2006/metadata/core-properties"/>
    <ds:schemaRef ds:uri="16c05727-aa75-4e4a-9b5f-8a80a1165891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Welcome to PowerPoint</Template>
  <TotalTime>0</TotalTime>
  <Words>198</Words>
  <Application>Microsoft Office PowerPoint</Application>
  <PresentationFormat>Widescreen</PresentationFormat>
  <Paragraphs>48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Segoe UI</vt:lpstr>
      <vt:lpstr>Segoe UI Light</vt:lpstr>
      <vt:lpstr>WelcomeDoc</vt:lpstr>
      <vt:lpstr>ECE 157B/272B Homework 3</vt:lpstr>
      <vt:lpstr>Stable Diffusion - Text-to-Image Generation – without Promptist</vt:lpstr>
      <vt:lpstr>Stable Diffusion - Text-to-Image Generation – with Promptist</vt:lpstr>
      <vt:lpstr>DreamBooth – Adding a Person to the Model</vt:lpstr>
      <vt:lpstr>DreamBooth – Adding a Person to the Model</vt:lpstr>
      <vt:lpstr>DreamBooth</vt:lpstr>
      <vt:lpstr>DreamBooth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2023-01-24T21:25:40Z</dcterms:created>
  <dcterms:modified xsi:type="dcterms:W3CDTF">2023-02-22T02:08:46Z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